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2926080" cy="1170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Coordination-Execution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Gap Solution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22960" y="3520440"/>
            <a:ext cx="3200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commitment and execution in campus ecosystems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 Dept  •  Digital Electronics  •  25ECH-101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25603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coordination systems suffer from a structural gap between expressed commitment and actual execution.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leads to: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7589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Inefficiencies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misallocation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loss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systemic reliability across participation-dependent environments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2A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saying and doing is costing campuses time, money, and trust.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Commitment-Execution Gap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02336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60120"/>
            <a:ext cx="4023360" cy="54864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33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 — no existing user base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on college admin buy-in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brand awareness vs. established apps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 for ongoing maintenance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 functionality yet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23360" cy="29260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960120"/>
            <a:ext cx="402336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033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14173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 students uninvolved — huge TAM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 digitizing post-pandemic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 for notifications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5760" y="41148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CEG is not a user problem — it is a systems problem.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Bridging the Intent-Action Divide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8412480" cy="18288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0584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research explores why the ease of clicking a button has not translated into real-world presence.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investigate the psychology of low-friction digital commitments and how they degrade the reliability of campus ecosystems.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926080"/>
            <a:ext cx="2011680" cy="192024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92608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1148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Psychology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clicking 'Join' feels weightless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4600" y="2926080"/>
            <a:ext cx="2011680" cy="192024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292608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56032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Econ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60320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Cost-free RSVPs → non-binding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2926080"/>
            <a:ext cx="2011680" cy="192024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292608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70916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Context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09160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ecosystems hit hardest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12280" y="2926080"/>
            <a:ext cx="2011680" cy="192024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12280" y="292608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85800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58000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Intentions &amp; stakes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Digital Friction Paradox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1645920"/>
          </a:xfrm>
          <a:prstGeom prst="rect">
            <a:avLst/>
          </a:prstGeom>
          <a:solidFill>
            <a:srgbClr val="1E120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0515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"Positive friction" is often necessary to ensure user intent is genuine.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94360" y="157276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Secondary Research in UX &amp; Behavioral Economics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78892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7614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designers remove friction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035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Low-friction design makes clicking trivial — leading to casual, non-binding commitments.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538728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5112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perceived cost = no commitment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7856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financial or social stakes, digital RSVPs function as placeholders, not promises.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4288536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economics insight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53542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only value commitments that carry a weight — reputational, social, or financial.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Visualizing the Gap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GAPP poster distills complex behavioral data into actionable insights for student organizers and administrators.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4023360" cy="2560320"/>
          </a:xfrm>
          <a:prstGeom prst="rect">
            <a:avLst/>
          </a:prstGeom>
          <a:solidFill>
            <a:srgbClr val="112211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8745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SIGNAL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127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RSVP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14400" y="3520440"/>
            <a:ext cx="310896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6027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commitment from an attendee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1783080"/>
            <a:ext cx="4023360" cy="2560320"/>
          </a:xfrm>
          <a:prstGeom prst="rect">
            <a:avLst/>
          </a:prstGeom>
          <a:solidFill>
            <a:srgbClr val="221111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8745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👻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892040" y="2697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NOISE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892040" y="3127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Ghosting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57800" y="3520440"/>
            <a:ext cx="3108960" cy="54864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60273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RSVP and no-show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46451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GAPP bridges The Signal and The Noise through accountability mechanics.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Synthesizing Data into Design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280160" y="10515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Hierarchy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463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 the "Why" behind commitment failure — structure guides the viewer's attention to the core insight.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304288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304288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3500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280160" y="23500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80160" y="276148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raw survey percentages into compelling visual narratives that resonate with organizers and administrators.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3602736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602736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6484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280160" y="364845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80160" y="405993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immediate steps to implement "Implementation Intentions" — turning research into actionable change.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Intentional Accountability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2560320" cy="1280160"/>
          </a:xfrm>
          <a:prstGeom prst="rect">
            <a:avLst/>
          </a:prstGeom>
          <a:solidFill>
            <a:srgbClr val="FF6B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960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#FF6B35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Orange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&amp; Attention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960120"/>
            <a:ext cx="2560320" cy="1280160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960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#1A1A1A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0040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Charcoal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0040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Reliability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96012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960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03504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White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&amp; Contrast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" y="3547872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UI element is designed to make the user pause and consider the weight of their "word." Safety Orange signals urgency, Deep Charcoal provides grounded stability — together they communicate that GAPP is serious infrastructure, not another passive app.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Iterative Feedback Loops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114800" cy="2743200"/>
          </a:xfrm>
          <a:prstGeom prst="rect">
            <a:avLst/>
          </a:prstGeom>
          <a:solidFill>
            <a:srgbClr val="221111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4114800" cy="54864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78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Punitive Tone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Low Response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2286000"/>
            <a:ext cx="3749040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377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"You'll be penalized for missing" — Users felt defensive, reduced engagement.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05840"/>
            <a:ext cx="4114800" cy="2743200"/>
          </a:xfrm>
          <a:prstGeom prst="rect">
            <a:avLst/>
          </a:prstGeom>
          <a:solidFill>
            <a:srgbClr val="112211"/>
          </a:solidFill>
          <a:ln w="12700">
            <a:solidFill>
              <a:srgbClr val="2E9E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005840"/>
            <a:ext cx="4114800" cy="54864"/>
          </a:xfrm>
          <a:prstGeom prst="rect">
            <a:avLst/>
          </a:prstGeom>
          <a:solidFill>
            <a:srgbClr val="2E9E50"/>
          </a:solidFill>
          <a:ln w="12700">
            <a:solidFill>
              <a:srgbClr val="2E9E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078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B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Reputational Tone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892040" y="18745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High Response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92040" y="2286000"/>
            <a:ext cx="3749040" cy="3657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23774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reputation score drops" — Users felt social pressure. Became cornerstone of GAPP Leaderboard.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Reputational stakes outperform financial punishment in driving event attendance.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of Research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2560320" cy="1600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02920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Map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901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user feelings, thoughts, behaviors and pain points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560320" cy="1600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00584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337560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Map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37560" y="1901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brainstorming to connect root causes and solutions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005840"/>
            <a:ext cx="2560320" cy="1600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0584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10972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172200" y="15727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Surveys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172200" y="19019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data from 100+ students on RSVP behavior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834640"/>
            <a:ext cx="2560320" cy="1600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283464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02920" y="3401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02920" y="37307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punitive vs. reputational messaging effectiveness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0" y="2834640"/>
            <a:ext cx="2560320" cy="1600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0" y="283464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9184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3337560" y="3401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Personas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37560" y="37307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modeling for organizers and attendees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560320" cy="1600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54864" cy="1600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6172200" y="3401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Analysis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172200" y="373075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mapping of internal and external factors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Struggling Organizer: Alex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1371600" cy="13716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0584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👤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Club Head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011680" y="960120"/>
            <a:ext cx="6766560" cy="117043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0" y="960120"/>
            <a:ext cx="54864" cy="117043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94560" y="1014984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194560" y="13258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a 200-seat auditorium based on 150 RSVPs — only 30 students show up.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011680" y="2258568"/>
            <a:ext cx="6766560" cy="117043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2258568"/>
            <a:ext cx="54864" cy="1170432"/>
          </a:xfrm>
          <a:prstGeom prst="rect">
            <a:avLst/>
          </a:prstGeom>
          <a:solidFill>
            <a:srgbClr val="2E9E50"/>
          </a:solidFill>
          <a:ln w="12700">
            <a:solidFill>
              <a:srgbClr val="2E9E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2313432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94560" y="262432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"Core Count" for resource planning and sponsorship metrics.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011680" y="3557016"/>
            <a:ext cx="6766560" cy="117043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3557016"/>
            <a:ext cx="54864" cy="11704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94560" y="3611880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3922776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events that reach the intended audience without wasted budget.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is why GAPP exists.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SWOT Analysis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160520" cy="1965960"/>
          </a:xfrm>
          <a:prstGeom prst="rect">
            <a:avLst/>
          </a:prstGeom>
          <a:solidFill>
            <a:srgbClr val="0D2B14"/>
          </a:solidFill>
          <a:ln w="12700">
            <a:solidFill>
              <a:srgbClr val="2E9E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978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" y="1316736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end-to-end — no transaction fees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India-first: WhatsApp &amp; SMS integrations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Student-first UI — mobile-first, dark mode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Two-role architecture (student + organizer)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SPA — &lt;1s load times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00600" y="914400"/>
            <a:ext cx="4160520" cy="1965960"/>
          </a:xfrm>
          <a:prstGeom prst="rect">
            <a:avLst/>
          </a:prstGeom>
          <a:solidFill>
            <a:srgbClr val="2B0D0D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0328" y="978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10328" y="1316736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stage — no existing user base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on college admin buy-in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brand awareness vs. established apps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 for ongoing maintenance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 functionality yet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3063240"/>
            <a:ext cx="4160520" cy="1965960"/>
          </a:xfrm>
          <a:prstGeom prst="rect">
            <a:avLst/>
          </a:prstGeom>
          <a:solidFill>
            <a:srgbClr val="2B1A0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" y="3127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" y="3465576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students uninvolved — huge TAM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 digitizing post-pandemic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Business API for notifications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500+ colleges Tier 1-3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Sponsorship from clubs / placement cells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00600" y="3063240"/>
            <a:ext cx="4160520" cy="1965960"/>
          </a:xfrm>
          <a:prstGeom prst="rect">
            <a:avLst/>
          </a:prstGeom>
          <a:solidFill>
            <a:srgbClr val="1A0D2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0328" y="3127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10328" y="3465576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 Intranet updates could add features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student adoption if onboarding is hard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groups too entrenched culturally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student startup platforms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regulations (DPDP Act 2023)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Surveys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160520" cy="17373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60120"/>
            <a:ext cx="4160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0515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783080" y="11887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1-2 times and did not attend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160520" cy="17373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960120"/>
            <a:ext cx="4160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0515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6217920" y="118872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 forgot about the event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880360"/>
            <a:ext cx="4160520" cy="17373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880360"/>
            <a:ext cx="4160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9718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1783080" y="31089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Said it's "Too Easy" to click Join / Sign Up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00600" y="2880360"/>
            <a:ext cx="4160520" cy="17373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2880360"/>
            <a:ext cx="416052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29718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4600" dirty="0"/>
          </a:p>
        </p:txBody>
      </p:sp>
      <p:sp>
        <p:nvSpPr>
          <p:cNvPr id="20" name="Text 17"/>
          <p:cNvSpPr/>
          <p:nvPr/>
        </p:nvSpPr>
        <p:spPr>
          <a:xfrm>
            <a:off x="6217920" y="310896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no financial or social penalty for skipping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100+ campus students surveyed across cultural &amp; technical events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of User Study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005840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560" y="1078992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do not fail because they are malicious or lazy.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" y="1810512"/>
            <a:ext cx="8412480" cy="6858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10512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560" y="1883664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fail because the modern digital ecosystem provides zero stakes.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65760" y="2615184"/>
            <a:ext cx="8412480" cy="6858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615184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🔕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51560" y="2688336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reminders are ignored without social or financial weight.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5760" y="3419856"/>
            <a:ext cx="8412480" cy="6858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419856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51560" y="3493008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Organizers are punished for being inclusive (over-booking) and pre-planning.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65760" y="4224528"/>
            <a:ext cx="8412480" cy="68580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224528"/>
            <a:ext cx="548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51560" y="429768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 is needed that turns commitment into execution.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of Problem Study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106070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Accountability Crisis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144475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Commitment-Execution Gap is fundamentally an accountability crisis — not a technology or UX failure.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33172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143000" y="23865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Lists Fall Short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143000" y="27706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lists track what to do, but provide no penalty or reward for doing it. Tracking ≠ accountability.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65760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143000" y="371246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Intervention Required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43000" y="409651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Currently, organizers must manually chase attendees, send reminders, and absorb no-show costs.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65760" y="4663440"/>
            <a:ext cx="8412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Insights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121615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60120"/>
            <a:ext cx="64008" cy="1216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0584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88720" y="10058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Stakes Work — But Deter Casual Users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1033272"/>
            <a:ext cx="1371600" cy="274320"/>
          </a:xfrm>
          <a:prstGeom prst="rect">
            <a:avLst/>
          </a:prstGeom>
          <a:solidFill>
            <a:srgbClr val="2A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1033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ECONOMICS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88720" y="141732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Monetary commitment increases attendance, but creates a barrier to entry that excludes low-engagement students from even signing up.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2313432"/>
            <a:ext cx="8412480" cy="121615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313432"/>
            <a:ext cx="64008" cy="1216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5915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88720" y="23591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is Powerful Social Currency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315200" y="2386584"/>
            <a:ext cx="1371600" cy="274320"/>
          </a:xfrm>
          <a:prstGeom prst="rect">
            <a:avLst/>
          </a:prstGeom>
          <a:solidFill>
            <a:srgbClr val="2A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23865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PSYCHOLOGY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88720" y="277063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standing matters deeply to students. A public reputation score creates accountability without requiring financial risk.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666744"/>
            <a:ext cx="8412480" cy="1216152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666744"/>
            <a:ext cx="64008" cy="1216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7124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188720" y="371246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Intentions Cut Ghosting in Half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315200" y="3739896"/>
            <a:ext cx="1371600" cy="274320"/>
          </a:xfrm>
          <a:prstGeom prst="rect">
            <a:avLst/>
          </a:prstGeom>
          <a:solidFill>
            <a:srgbClr val="2A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0" y="37398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SCIENCE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188720" y="4123944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Forcing users to type "how/when" they plan to attend — not just click — reduces no-shows by up to 50%. Specificity = commitment.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Landscape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4160520" cy="18745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60120"/>
            <a:ext cx="54864" cy="1874520"/>
          </a:xfrm>
          <a:prstGeom prst="rect">
            <a:avLst/>
          </a:prstGeom>
          <a:solidFill>
            <a:srgbClr val="4A6CF7"/>
          </a:solidFill>
          <a:ln w="12700">
            <a:solidFill>
              <a:srgbClr val="4A6C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332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6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Event Platforms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0352" y="139903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Whova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Insider.in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BookMyShow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Paytm Insider India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00600" y="960120"/>
            <a:ext cx="4160520" cy="18745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960120"/>
            <a:ext cx="54864" cy="18745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0332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Campus Platforms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965192" y="139903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Unstop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Knowafest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StuMagz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Dare2Compete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CollEvent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2971800"/>
            <a:ext cx="4160520" cy="18745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971800"/>
            <a:ext cx="54864" cy="1874520"/>
          </a:xfrm>
          <a:prstGeom prst="rect">
            <a:avLst/>
          </a:prstGeom>
          <a:solidFill>
            <a:srgbClr val="2E9E50"/>
          </a:solidFill>
          <a:ln w="12700">
            <a:solidFill>
              <a:srgbClr val="2E9E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0449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9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Service-Based Platforms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30352" y="341071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TeamOrange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Hire4Event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Gradnet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Attend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Pathify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00600" y="2971800"/>
            <a:ext cx="4160520" cy="18745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2971800"/>
            <a:ext cx="54864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0449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Campus Tools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965192" y="3410712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CampusGroups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Symplicity Engage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Presence.io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Eventify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Competitor Matrix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97764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1097280"/>
                <a:gridCol w="1005840"/>
                <a:gridCol w="1005840"/>
                <a:gridCol w="1051560"/>
                <a:gridCol w="2468880"/>
              </a:tblGrid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Free?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Focus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RSVP Mgmt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Mobile-First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Context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Edge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Eventbrite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+ student-first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Unstop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event types + RSVP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 Intranet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dash + auto-remind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$5K+/yr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C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cost + WhatsApp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Insider.in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10%+ fees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9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0A0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fees + college-verified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24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gapp 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College-First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PWA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WhatsApp+SMS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SOLUTION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8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of Market Study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00584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88720" y="10698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Used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46304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comparison, UI analysis, and friction-testing across 15+ platforms in India and internationally.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33172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3172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88720" y="23957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Identified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278892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are either too soft (To-do lists that track but don't enforce) or too punishing (Beeminder-style financial stakes that deter casual users).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3657600"/>
            <a:ext cx="64008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657600"/>
            <a:ext cx="594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188720" y="372160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41148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"missing middle" market — an app using Reputational Stakes (a public score) rather than money or passivity.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65760" y="4892040"/>
            <a:ext cx="84124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Differentiation Factor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1005840"/>
          </a:xfrm>
          <a:prstGeom prst="rect">
            <a:avLst/>
          </a:prstGeom>
          <a:solidFill>
            <a:srgbClr val="2A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515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treat a person's "word" as quantifiable currency.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2148840"/>
            <a:ext cx="2606040" cy="25603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214884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29077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Science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3375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"Implementation Intentions" — making users specify how and when they will attend reduces ghosting by 50%.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0" y="2148840"/>
            <a:ext cx="2606040" cy="25603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214884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3291840" y="29077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Mechanics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91840" y="33375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GAPP Leaderboard turns reputation into currency — public accountability without financial risk.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2148840"/>
            <a:ext cx="2606040" cy="25603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214884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221284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126480" y="29077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Financial Risk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26480" y="333756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Beeminder or pledge-based apps, GAPP uses reputational stakes only. Inclusive by design.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Power of the Bold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GAPP's branding is designed to disrupt the passivity of modern apps.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508760"/>
            <a:ext cx="1280160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0" y="1508760"/>
            <a:ext cx="6949440" cy="8686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600200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ORANGE signals urgency — the user's commitment matters. Not another grey, forgettable productivity app.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587752"/>
            <a:ext cx="1280160" cy="86868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28800" y="2587752"/>
            <a:ext cx="6949440" cy="8686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65960" y="2679192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CHARCOAL provides grounded, stable foundation — GAPP is reliable infrastructure, not a gimmick.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666744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0" y="3666744"/>
            <a:ext cx="6949440" cy="8686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65960" y="3758184"/>
            <a:ext cx="6629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WHITE ensures legibility — dark mode aesthetic resonates with Gen Z, reducing eye strain.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element designed to make users pause and consider the weight of their word.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Mind the GAPP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05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</a:t>
            </a:r>
            <a:endParaRPr lang="en-US" sz="12000" dirty="0"/>
          </a:p>
        </p:txBody>
      </p:sp>
      <p:sp>
        <p:nvSpPr>
          <p:cNvPr id="6" name="Text 3"/>
          <p:cNvSpPr/>
          <p:nvPr/>
        </p:nvSpPr>
        <p:spPr>
          <a:xfrm>
            <a:off x="2011680" y="1005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3749040" y="1005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2000" dirty="0"/>
          </a:p>
        </p:txBody>
      </p:sp>
      <p:sp>
        <p:nvSpPr>
          <p:cNvPr id="8" name="Text 5"/>
          <p:cNvSpPr/>
          <p:nvPr/>
        </p:nvSpPr>
        <p:spPr>
          <a:xfrm>
            <a:off x="5394960" y="10058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2000" dirty="0"/>
          </a:p>
        </p:txBody>
      </p:sp>
      <p:sp>
        <p:nvSpPr>
          <p:cNvPr id="9" name="Shape 6"/>
          <p:cNvSpPr/>
          <p:nvPr/>
        </p:nvSpPr>
        <p:spPr>
          <a:xfrm>
            <a:off x="365760" y="3063240"/>
            <a:ext cx="2606040" cy="17830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3063240"/>
            <a:ext cx="54864" cy="1783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" y="3410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saying and doing — the Commitment-Execution Gap.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0" y="3063240"/>
            <a:ext cx="2606040" cy="17830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3063240"/>
            <a:ext cx="54864" cy="1783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10128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10128" y="3410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10128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"Gapp" — to bridge the distance between commitment and execution.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3063240"/>
            <a:ext cx="2606040" cy="178308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35040" y="3063240"/>
            <a:ext cx="54864" cy="1783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4768" y="31089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144768" y="34107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identity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144768" y="3749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Short, punchy, memorable for the student demographic.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Symbolizing Connection</a:t>
            </a:r>
            <a:endParaRPr lang="en-US" sz="2600" dirty="0"/>
          </a:p>
        </p:txBody>
      </p:sp>
      <p:pic>
        <p:nvPicPr>
          <p:cNvPr id="5" name="Image 1" descr="C:\Users\HP\Downloads\Gapp\gapp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5720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349240" y="1005840"/>
            <a:ext cx="342900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349240" y="1005840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0" y="144475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Thick, blocky lettering represents strength and reliability — GAPP is infrastructure, not an app.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349240" y="2331720"/>
            <a:ext cx="342900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49240" y="2331720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0" y="2395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0" y="277063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connection between 'A' and 'P' symbolizes the Execution path — bridging gap to action.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49240" y="3657600"/>
            <a:ext cx="342900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49240" y="3657600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0" y="3721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0" y="4096512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Orange ensures visibility in crowded mobile app environments and signals urgency.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pixel of the GAPP logo carries intent.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Contrast, High Accountability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visual language avoids the soft pastels of productivity apps. We use high-contrast white-on-charcoal.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65760" y="1554480"/>
            <a:ext cx="260604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on Charcoal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text style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554480"/>
            <a:ext cx="2606040" cy="118872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9184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on Charcoal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184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&amp; accent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1554480"/>
            <a:ext cx="2606040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16459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Charcoal on Orange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2148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buttons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92608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9077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Z Resonance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926080" y="2907792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aesthetic — preferred by the student demographic and reduces eye strain during long sessions.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61188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5935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High-Tech Feel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926080" y="3593592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Premium, professional aesthetic that signals GAPP is serious technology, not a side project.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" y="429768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279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2926080" y="4279392"/>
            <a:ext cx="5852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WCAG-compliant contrast ratios ensure the app is usable by all students, including those with visual impairments.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Prototyping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960120"/>
            <a:ext cx="8412480" cy="32004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515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🖥️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365760" y="2377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Prototype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28803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end-to-end prototype available at the GAPP website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34640" y="3383280"/>
            <a:ext cx="347472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0" y="33832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 PROTOTYPE →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PWA — no app store required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+ SMS notification integration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RSVP + attendance tracking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GAPP Leaderboard — live reputation scores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wnloads\Gapp\gapp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73152"/>
            <a:ext cx="128016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37744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the Reputation Economy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campus, the GAPP framework has the potential to revolutionize coordination across sectors.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365760" y="1600200"/>
            <a:ext cx="2606040" cy="24231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60020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6642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57200" y="23591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Networking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"Coffee Chat" scheduling — no more ghosted meetings between professionals.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600200"/>
            <a:ext cx="2606040" cy="24231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160020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6642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291840" y="23591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Volunteer Coordination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291840" y="28346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non-profits have the manpower they're promised — accountability for causes that matter.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2606040" cy="2423160"/>
          </a:xfrm>
          <a:prstGeom prst="rect">
            <a:avLst/>
          </a:prstGeom>
          <a:solidFill>
            <a:srgbClr val="242424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35040" y="160020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66420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126480" y="23591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Training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0" y="283464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completion rates for professional development modules through reputational stakes.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251960"/>
            <a:ext cx="8412480" cy="731520"/>
          </a:xfrm>
          <a:prstGeom prst="rect">
            <a:avLst/>
          </a:prstGeom>
          <a:solidFill>
            <a:srgbClr val="2A181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431596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VISION: To become the global standard for Reputational Verification in the digital 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GAPP Presentation</dc:title>
  <dc:subject>PptxGenJS Presentation</dc:subject>
  <dc:creator>PptxGenJS</dc:creator>
  <cp:lastModifiedBy>PptxGenJS</cp:lastModifiedBy>
  <cp:revision>1</cp:revision>
  <dcterms:created xsi:type="dcterms:W3CDTF">2026-04-09T18:32:57Z</dcterms:created>
  <dcterms:modified xsi:type="dcterms:W3CDTF">2026-04-09T18:32:57Z</dcterms:modified>
</cp:coreProperties>
</file>